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9" r:id="rId6"/>
    <p:sldId id="260" r:id="rId7"/>
    <p:sldId id="261" r:id="rId8"/>
    <p:sldId id="264" r:id="rId9"/>
    <p:sldId id="267" r:id="rId10"/>
    <p:sldId id="269" r:id="rId11"/>
    <p:sldId id="270" r:id="rId12"/>
    <p:sldId id="271" r:id="rId13"/>
    <p:sldId id="268" r:id="rId14"/>
    <p:sldId id="265" r:id="rId15"/>
    <p:sldId id="263" r:id="rId16"/>
    <p:sldId id="26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50C42-B067-45DE-A649-00C8620E6B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0E385-24CF-461A-AD66-BEEDFE6D1B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2198915" y="1175657"/>
            <a:ext cx="5921828" cy="1349829"/>
          </a:xfrm>
          <a:prstGeom prst="roundRect">
            <a:avLst>
              <a:gd name="adj" fmla="val 776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00300" y="1251857"/>
            <a:ext cx="53666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defRPr>
            </a:lvl1pPr>
          </a:lstStyle>
          <a:p>
            <a:pPr algn="just"/>
            <a:r>
              <a:rPr lang="en-US" altLang="zh-CN"/>
              <a:t>    Analyze this list of bidders for collusion (bid-rigging) risk and output a JSON object with the following keys: "</a:t>
            </a:r>
            <a:r>
              <a:rPr lang="en-US" altLang="zh-CN" err="1"/>
              <a:t>collusionSuspicionScore</a:t>
            </a:r>
            <a:r>
              <a:rPr lang="en-US" altLang="zh-CN"/>
              <a:t>" (0-100), "</a:t>
            </a:r>
            <a:r>
              <a:rPr lang="en-US" altLang="zh-CN" err="1"/>
              <a:t>riskLevel</a:t>
            </a:r>
            <a:r>
              <a:rPr lang="en-US" altLang="zh-CN"/>
              <a:t>", "</a:t>
            </a:r>
            <a:r>
              <a:rPr lang="en-US" altLang="zh-CN" err="1"/>
              <a:t>keyEvidence</a:t>
            </a:r>
            <a:r>
              <a:rPr lang="en-US" altLang="zh-CN"/>
              <a:t>".</a:t>
            </a:r>
            <a:endParaRPr lang="en-US" altLang="zh-CN"/>
          </a:p>
          <a:p>
            <a:pPr algn="just"/>
            <a:r>
              <a:rPr lang="en-US" altLang="zh-CN"/>
              <a:t>    Bidder Data:'''{data}'''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72143" y="130629"/>
            <a:ext cx="11430000" cy="703007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8342" y="174170"/>
            <a:ext cx="11255829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System Instruction: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You are an expert in procurement auditing and bid rigging detection. Analyze the provided bidder data for a single tender project and perform a comprehensive collusion risk assessment.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Output Format Requirements: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Always output a valid JSON object with exactly these keys: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- collusionSuspicionScore (0-100)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- riskLevel ("Low", "Medium", "High", "Critical")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- keyEvidence (array of concise strings)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- mostSuspiciousBidders (array of x_providername)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Example - Data: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[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{{"x_providername": "Delta Designs", "x_price": 50000, "x_biddercontact": "16666666666"}},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{{"x_providername": "Epsilon Builders", "x_price": 98000, "x_biddercontact": "17777777777"}},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{{"x_providername": "Zeta Constructors", "x_price": 99000, "x_biddercontact": "18888888888"}}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]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Example – Output: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{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"collusionSuspicionScore": 40,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"riskLevel": "Medium",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"keyEvidence": ["One bid is significantly lower than the others, creating a price anchor.", "The two highest bids are unusually close in value."],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"mostSuspiciousBidders": ["Epsilon Builders", "Zeta Constructors"]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Now, analyze the following new bidder data:'''{data}'''</a:t>
            </a:r>
            <a:endParaRPr lang="zh-CN" altLang="en-US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72143" y="130628"/>
            <a:ext cx="11430000" cy="7891843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8342" y="174170"/>
            <a:ext cx="1125582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System Instruction: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You are an expert in procurement auditing and bid rigging detection. Analyze the provided bidder data for a single tender project and perform a comprehensive collusion risk assessment.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Core Task: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Identify red flags and calculate a Collusion Suspicion Score (0-100) based on the evidence found. Focus on hard evidence and behavioral patterns.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Analysis Dimensions: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Bidder Association : Do different bidders share identical contact phone numbers or emails? Do bidder names show cross-references or repeated combinations? Is there evidence suggesting the same individual or unit prepared multiple bids?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Pricing Pattern: Is there an abnormally low bid alongside a cluster of closely priced high bids? Do the bid prices show a mathematical relationship or consistent gaps? Are there identical miscalculations or rounding in financial figures?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Submission &amp; Documentation Anomalies: Are there identical typos, formatting errors, or font styles across different bids? Is metadata suspicious, like same document author, software ID?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Output Format Requirements: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   Provide your analysis in the following structured JSON format: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{{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"collusionSuspicionScore": [A number between 0-100],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"keyEvidence": [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{{"type": "[e.g., Contact Duplication, Company Association, Pricing Pattern]", "description": "Clear description of the finding", "biddersInvolved": ["BidderX", "BidderY"]}}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],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"mostSuspiciousGroup": {{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"bidders": ["List of bidder names/identifiers forming the most likely collusion group"],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"reasoning": "Explanation for why this group is particularly suspect"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}},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"recommendedInvestigationSteps": ["A prioritized list of 2-3 concrete next steps for audit"]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}}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```</a:t>
            </a:r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4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Data for Analysis:'''{data}'''</a:t>
            </a:r>
            <a:endParaRPr lang="zh-CN" altLang="en-US" sz="14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53209" y="387768"/>
            <a:ext cx="2257586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输入：特定数据结构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3318" y="1543802"/>
            <a:ext cx="2405139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长文本分析大模型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72919" y="1543802"/>
            <a:ext cx="1418167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企业数据库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95948" y="1543801"/>
            <a:ext cx="1109133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特征计算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>
            <a:stCxn id="2" idx="2"/>
            <a:endCxn id="4" idx="0"/>
          </p:cNvCxnSpPr>
          <p:nvPr/>
        </p:nvCxnSpPr>
        <p:spPr>
          <a:xfrm>
            <a:off x="5982002" y="938101"/>
            <a:ext cx="1" cy="6057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/>
          <p:cNvCxnSpPr>
            <a:stCxn id="2" idx="2"/>
            <a:endCxn id="3" idx="0"/>
          </p:cNvCxnSpPr>
          <p:nvPr/>
        </p:nvCxnSpPr>
        <p:spPr>
          <a:xfrm rot="5400000">
            <a:off x="4351095" y="-87106"/>
            <a:ext cx="605701" cy="265611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/>
          <p:cNvCxnSpPr>
            <a:stCxn id="2" idx="2"/>
            <a:endCxn id="5" idx="0"/>
          </p:cNvCxnSpPr>
          <p:nvPr/>
        </p:nvCxnSpPr>
        <p:spPr>
          <a:xfrm rot="16200000" flipH="1">
            <a:off x="7013408" y="-93306"/>
            <a:ext cx="605700" cy="266851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771320" y="2633849"/>
            <a:ext cx="1109133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嵌入模型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21878" y="3853600"/>
            <a:ext cx="1109133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3" idx="2"/>
            <a:endCxn id="12" idx="0"/>
          </p:cNvCxnSpPr>
          <p:nvPr/>
        </p:nvCxnSpPr>
        <p:spPr>
          <a:xfrm flipH="1">
            <a:off x="3325887" y="2094135"/>
            <a:ext cx="1" cy="5397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427435" y="2883879"/>
            <a:ext cx="1109133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55594" y="5039031"/>
            <a:ext cx="8252812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置信度映射函数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= </a:t>
            </a:r>
            <a:r>
              <a:rPr lang="el-GR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​+⋯+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altLang="zh-CN" sz="1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altLang="zh-CN" sz="10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l-PL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pl-PL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649973" y="6055636"/>
            <a:ext cx="2664056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输出：是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不是围标串标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0" name="直接箭头连接符 19"/>
          <p:cNvCxnSpPr>
            <a:stCxn id="4" idx="2"/>
            <a:endCxn id="16" idx="0"/>
          </p:cNvCxnSpPr>
          <p:nvPr/>
        </p:nvCxnSpPr>
        <p:spPr>
          <a:xfrm flipH="1">
            <a:off x="5982002" y="2094135"/>
            <a:ext cx="1" cy="789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7" idx="2"/>
            <a:endCxn id="18" idx="0"/>
          </p:cNvCxnSpPr>
          <p:nvPr/>
        </p:nvCxnSpPr>
        <p:spPr>
          <a:xfrm>
            <a:off x="5982000" y="5589364"/>
            <a:ext cx="1" cy="466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6" idx="2"/>
            <a:endCxn id="17" idx="0"/>
          </p:cNvCxnSpPr>
          <p:nvPr/>
        </p:nvCxnSpPr>
        <p:spPr>
          <a:xfrm flipH="1">
            <a:off x="5982000" y="3434212"/>
            <a:ext cx="2" cy="1604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/>
          <p:cNvCxnSpPr>
            <a:stCxn id="12" idx="2"/>
            <a:endCxn id="13" idx="0"/>
          </p:cNvCxnSpPr>
          <p:nvPr/>
        </p:nvCxnSpPr>
        <p:spPr>
          <a:xfrm rot="5400000">
            <a:off x="2416457" y="2944170"/>
            <a:ext cx="669418" cy="1149442"/>
          </a:xfrm>
          <a:prstGeom prst="bentConnector3">
            <a:avLst>
              <a:gd name="adj1" fmla="val 743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409218" y="1214388"/>
            <a:ext cx="115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标书文件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58864" y="1205247"/>
            <a:ext cx="1704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投标公司识别码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614979" y="1205246"/>
            <a:ext cx="2040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投标价格、投标时间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279462" y="2204770"/>
            <a:ext cx="2570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核心技术、人员设备配置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8" name="连接符: 肘形 37"/>
          <p:cNvCxnSpPr>
            <a:stCxn id="12" idx="2"/>
          </p:cNvCxnSpPr>
          <p:nvPr/>
        </p:nvCxnSpPr>
        <p:spPr>
          <a:xfrm rot="16200000" flipH="1">
            <a:off x="3608135" y="2901934"/>
            <a:ext cx="669418" cy="1233914"/>
          </a:xfrm>
          <a:prstGeom prst="bentConnector3">
            <a:avLst>
              <a:gd name="adj1" fmla="val 74545"/>
            </a:avLst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/>
          <p:cNvCxnSpPr>
            <a:stCxn id="13" idx="2"/>
          </p:cNvCxnSpPr>
          <p:nvPr/>
        </p:nvCxnSpPr>
        <p:spPr>
          <a:xfrm rot="16200000" flipH="1">
            <a:off x="2433617" y="4146761"/>
            <a:ext cx="635098" cy="1149442"/>
          </a:xfrm>
          <a:prstGeom prst="bentConnector3">
            <a:avLst>
              <a:gd name="adj1" fmla="val 5112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/>
          <p:cNvCxnSpPr/>
          <p:nvPr/>
        </p:nvCxnSpPr>
        <p:spPr>
          <a:xfrm rot="5400000">
            <a:off x="3350129" y="3829358"/>
            <a:ext cx="1185431" cy="1233914"/>
          </a:xfrm>
          <a:prstGeom prst="bentConnector3">
            <a:avLst>
              <a:gd name="adj1" fmla="val 7350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2836478" y="3243846"/>
            <a:ext cx="1233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计算相似度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963155" y="3365232"/>
            <a:ext cx="446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高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321068" y="3365232"/>
            <a:ext cx="427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低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409218" y="4700476"/>
            <a:ext cx="1976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标书是否存在雷同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242475" y="4382928"/>
            <a:ext cx="115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复检确认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081205" y="2167203"/>
            <a:ext cx="202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公司主要人员、股东信息，公司注册信息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081208" y="3751760"/>
            <a:ext cx="2029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重要人员是否交叉任职，注册地、联系电话等是否存在重合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8095948" y="2883878"/>
            <a:ext cx="1109133" cy="550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大模型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>
            <a:stCxn id="5" idx="2"/>
            <a:endCxn id="71" idx="0"/>
          </p:cNvCxnSpPr>
          <p:nvPr/>
        </p:nvCxnSpPr>
        <p:spPr>
          <a:xfrm>
            <a:off x="8650515" y="2094134"/>
            <a:ext cx="0" cy="789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7726194" y="2167203"/>
            <a:ext cx="2040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价格变异系数、相对距离，时间集中度等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7" name="直接箭头连接符 76"/>
          <p:cNvCxnSpPr>
            <a:stCxn id="71" idx="2"/>
          </p:cNvCxnSpPr>
          <p:nvPr/>
        </p:nvCxnSpPr>
        <p:spPr>
          <a:xfrm>
            <a:off x="8650515" y="3434211"/>
            <a:ext cx="0" cy="1604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7726194" y="3751760"/>
            <a:ext cx="2040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价格是否异常集中，时间和价格是否存在协同变化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958864" y="5652753"/>
            <a:ext cx="1704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阈值判定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460375" y="130810"/>
            <a:ext cx="11242040" cy="594995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9435" y="187325"/>
            <a:ext cx="11021060" cy="6019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You are an expert in bidding and tendering audits and anti-rug pulling and collusion. Your task is to conduct a quantitative assessment of the risk of collusion or rigging in a single bidding project. 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Scoring criteria (total score 0-100; the higher the score, the higher the risk):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1) Price and ranking anomaly (0-35): The winning bid is significantly lower than other offers; or there is a significant difference/proportion; or multiple offers are very close.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2) Concentration index (0-15): The lower the CV (coefficient of variation), the more suspicious it is; the higher the RD (difference between the lowest bid and the second lowest bid / standard deviation of the loser), the more suspicious it is.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3) Price time/version synchronization (0-10): Fields such as versionnumber are highly similar or show abnormal synchronization.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4) Company association clues (0-25): Cross-appointment of executives/shareholders; similar registration time/location; duplicate phone/email.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5) Other strong evidence (0-15): The same contact person, obvious cover-up of bidding behavior, unreasonable bidding structure, etc. 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Risk level recommendation: 0-20 - Low; 21-40 - Medium; 41-70 - High; 71-100 - Severe. 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Output: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"collusionSuspicionScore":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"scoringStandard": "This scoring is based on the suspicion of collusion.",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"scoringBreakdown": "Dimension 1: 80, Evidence 1; Dimension 2: 70, Evidence 2; Dimension 3: 90, Evidence 3;"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 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JSON Schema: {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"collusionSuspicionScore":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"riskLevel": "Low|Medium|High|Critical",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"scoringStandard": "string",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"scoringBreakdown": [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{"dimension": "string", "points": 0, "evidence": ["string"]}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],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"keyEvidence": ["string"],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"mostSuspiciousGroup": {"bidders": ["string"], "reasoning": "string"},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"recommendedInvestigationSteps": ["string"]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2775" y="6161405"/>
            <a:ext cx="2259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zero-shot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460375" y="130810"/>
            <a:ext cx="11242040" cy="6184265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9435" y="145415"/>
            <a:ext cx="11021060" cy="6609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You are an expert in bidding and tendering audits and anti-rug pulling and collusion. Your task is to conduct a quantitative assessment of the risk of collusion or rigging in a single bidding project. 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Scoring criteria (total score 0-100; the higher the score, the higher the risk):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1) Price and ranking anomaly (0-35): The winning bid is significantly lower than other offers; or there is a significant difference/proportion; or multiple offers are very close.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2) Concentration index (0-15): The lower the CV (coefficient of variation), the more suspicious it is; the higher the RD (difference between the lowest bid and the second lowest bid / standard deviation of the loser), the more suspicious it is.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3) Price time/version synchronization (0-10): Fields such as versionnumber are highly similar or show abnormal synchronization.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4) Company association clues (0-25): Cross-appointment of executives/shareholders; similar registration time/location; duplicate phone/email.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5) Other strong evidence (0-15): The same contact person, obvious cover-up of bidding behavior, unreasonable bidding structure, etc. 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Risk level recommendation: 0-20 - Low; 21-40 - Medium; 41-70 - High; 71-100 - Severe. 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Output: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"collusionSuspicionScore": 0,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"scoringStandard": "This scoring is based on the suspicion of collusion.",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"scoringBreakdown": "Dimension 1: 80, Evidence 1; Dimension 2: 70, Evidence 2; Dimension 3: 90, Evidence 3;"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 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JSON Schema: {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"collusionSuspicionScore": 0,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"riskLevel": "Low|Medium|High|Critical",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"scoringStandard": "string",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"scoringBreakdown": [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{"dimension": "string", "points": 0, "evidence": ["string"]}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],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"keyEvidence": ["string"],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"mostSuspiciousGroup": {"bidders": ["string"], "reasoning": "string"},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"recommendedInvestigationSteps": ["string"]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Minimal sample reference (only for learning the output style, do not copy the conclusion verbatim):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Example input: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{"project": {"bid_ann_guid": "cc238400-4adf-4499-a5f3-4996377fb9b3", "projguid": "3a4b5c6d-7e8f-9a0b-1c2d-3e4f5a6b7c8d"}, "bidders": [{"x_providername": "Chen Guang Construction Group", "x_price": 127153.823514, "versionnumber": "2024-09-23T11:00:09.000+08:00", "x_isqualified": 0, "x_biddercontact": 13655667788}, {"x_providername": "Future Planning and Design Institute", "x_price": 103181.487778, "versionnumber": "2024-09-23T11:00:20.000+08:00", "x_isqualified": 0, "x_biddercontact": 18322334455}, {"x_providername": "Tomorrow Planning and Design Institute//Huayu Construction Group", "x_price": 136239.768902, "versionnumber": "2024-09-23T11:01:00.000+08:00", "x_isqualified": 0, "x_biddercontact": 18266554433}, {"x_providername": "Vision Planning and Design Institute", "x_price": 58705.027994, "versionnumber": "2024-09-23T11:00:00.000+08:00", "x_isqualified": 1, "x_biddercontact": 18266554433}, {"x_providername": "Tomorrow Planning and Design Institute", "x_price": 124690.994512, "versionnumber": "2024-09-23T11:01:20.000+08:00", "x_isqualified": 0, "x_biddercontact": 18266554433}], "indicators": {"rd": 3.176771241694602, "cv_losing": 0.11399544173355147, "price_cv_all": 0.28301351713988077, "contact_dup_count": 2, "phone_dup_count": 0, "email_dup_count": 0, "wins": [0, 0, 0, 1, 0]}}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9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{"collusionSuspicionScore": 85, "riskLevel": "High", "scoringStandard": "Scored based on price anomalies, indicator concentration, and company association clues", "scoringBreakdown": [{"dimension": "Price and ranking anomalies", "points": 25, "evidence": ["Example"]}, {"dimension": "Concentration indicators", "points": 10, "evidence": ["Example"]}, {"dimension": "Company association clues", "points": 15, "evidence": ["Example"]}], "keyEvidence": ["Bid rigging/Soliciting bids"], "mostSuspiciousGroup": {"bidders": [], "reasoning": "Bid rigging/Soliciting bids"}, "recommendedInvestigationSteps": ["Verify the bidder contact information with the registration details", "Recheck the basis for the quotations"]} </a:t>
            </a:r>
            <a:endParaRPr lang="en-US" altLang="zh-CN" sz="9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460375" y="130810"/>
            <a:ext cx="11242040" cy="592963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9435" y="145415"/>
            <a:ext cx="11021060" cy="591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You are an expert in bid auditing and anti-rigging and collusion in bidding processes. Your task is to conduct a quantitative assessment of the risks of collusion or rigging in individual bidding projects. 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Scoring criteria (total score 0-100; the higher the score, the higher the risk):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1) Price and ranking anomaly (0-35): The winning bid is significantly lower than other offers; or there is a significant difference/proportion; or multiple offers are very close.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2) Concentration index (0-15): The lower the CV (coefficient of variation), the more suspicious it is; the higher the RD (difference between the lowest bid and the second lowest bid / standard deviation of the loser), the more suspicious it is.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3) Price time/version synchronization (0-10): Fields such as versionnumber are highly similar or show abnormal synchronization.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4) Company association clues (0-25): Cross-appointment of executives/shareholders; similar registration time/location; duplicate phone/email.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5) Other strong evidence (0-15): The same contact person, obvious cover-up of offer behavior, unreasonable offer structure, etc. 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Risk level recommendation: 0-20 - Low; 21-40 - Medium; 41-70 - High; 71-100 - Severe. 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Output requirement: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Only provide a valid JSON without any additional text.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The "collusionSuspicionScore" must be an integer within the range of 0 to 100.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"scoringStandard" summarizes the basis for this scoring in one sentence (do not repeat all the standards).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"scoringBreakdown" provides the score and evidence for each dimension. 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JSON Schema: {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"collusionSuspicionScore": 0,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"riskLevel": "Low|Medium|High|Critical",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"scoringStandard": "string",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"scoringBreakdown": [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{"dimension": "string", "points": 0, "evidence": ["string"]}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],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"keyEvidence": ["string"],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"mostSuspiciousGroup": {"bidders": ["string"], "reasoning": "string"},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"recommendedInvestigationSteps": ["string"]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The reasoning process requires: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You can reason step by step internally, but do not present the reasoning process in the output.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Please first check the price pattern, concentration index, time synchronization, and company association separately, and then summarize them into a number. 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1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Now, please analyze the data of the following project and strictly output only one JSON.</a:t>
            </a:r>
            <a:endParaRPr lang="en-US" altLang="zh-CN" sz="11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1109980" y="766445"/>
            <a:ext cx="6139815" cy="3910965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9995" y="829945"/>
            <a:ext cx="5956935" cy="3480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Input: one bidder-project record x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Prompt: standardized zero-shot / few-shot / CoT template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Model config: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temperature = 0.1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top_p = 0.9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timeout = 300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max_tokens = 6000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1: format x into the standardized project input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2: send prompt + input to LLM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3: receive JSON output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4: parse `collusionSuspicionScore` from JSON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if JSON parsing fails, use regex fallback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5: validate score is an integer in [0, 100]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6: compare score with threshold τ calibrated on validation set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if score &gt;= τ: pred = 1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else: pred = 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Step 7: use pred and true label for evaluation on test set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Output: score, pred, structured evidence fields.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205" t="1970" r="2030" b="3242"/>
          <a:stretch>
            <a:fillRect/>
          </a:stretch>
        </p:blipFill>
        <p:spPr>
          <a:xfrm>
            <a:off x="4081145" y="1295400"/>
            <a:ext cx="8110855" cy="5254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1109980" y="766445"/>
            <a:ext cx="5474335" cy="324612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9995" y="829945"/>
            <a:ext cx="5231765" cy="3503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{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"collusionSuspicionScore":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"riskLevel": "Low | Medium | High | Critical",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"scoringStandard": "Short explanation of how the score should be interpreted",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"scoringBreakdown": {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"price_and_ranking_anomalies":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"concentration_indicators":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"time_version_synchrony":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"bidder_association_clues": 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"other_strong_suspicious_evidence": 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},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"keyEvidence": [],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"mostSuspiciousGroup": "",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"recommendedInvestigationSteps": []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44950" y="1753235"/>
            <a:ext cx="7458075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1109980" y="298450"/>
            <a:ext cx="9779635" cy="632206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19530" y="377190"/>
            <a:ext cx="9811385" cy="6595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for record in dataset: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prompt = build_prompt(record, strategy=strategy_type)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response = call_llm(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model=model_name,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prompt=prompt,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temperature=0.1,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top_p=0.9,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timeout=300,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max_tokens=6000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parsed = try_parse_json(response)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if not parsed: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parsed = regex_fallback_parse(response)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score = parsed["collusionSuspicionScore"]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if not is_valid_score(score, min_value=0, max_value=100):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mark_as_invalid(record)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    continue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save_continuous_score(record_id=record.id, score=score)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# validation stage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best_threshold = select_threshold(validation_scores, validation_labels, objective="maximize_recall")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# test stage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for record in test_set: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y_pred = 1 if score(record) &gt;= best_threshold else 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save_binary_prediction(record.id, y_pred)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algn="just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evaluate_metrics(test_labels, test_predictions, test_scores)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8025" y="245745"/>
            <a:ext cx="110166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9375"/>
            <a:ext cx="12192000" cy="6699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8105"/>
            <a:ext cx="12192000" cy="67017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1"/>
          <p:cNvSpPr/>
          <p:nvPr/>
        </p:nvSpPr>
        <p:spPr>
          <a:xfrm>
            <a:off x="838200" y="193040"/>
            <a:ext cx="3387725" cy="1813560"/>
          </a:xfrm>
          <a:prstGeom prst="roundRect">
            <a:avLst>
              <a:gd name="adj" fmla="val 3143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5470" y="192405"/>
            <a:ext cx="5208270" cy="2399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class LLMSettings: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provider: str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api_key: str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base_url: str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model: str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temperature: float = 0.1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top_p: float = 0.9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timeout_s: float = 300.0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indent="457200" algn="just" fontAlgn="auto"/>
            <a:r>
              <a:rPr lang="en-US" altLang="zh-CN" sz="120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max_tokens: int = 6000</a:t>
            </a:r>
            <a:endParaRPr lang="en-US" altLang="zh-CN" sz="120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94880" y="3670935"/>
            <a:ext cx="519112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080" y="440690"/>
            <a:ext cx="11708765" cy="6232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13374</Words>
  <Application>WPS 演示</Application>
  <PresentationFormat>宽屏</PresentationFormat>
  <Paragraphs>279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Cascadia Code SemiLight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洋宇 徐</dc:creator>
  <cp:lastModifiedBy>杨乐天</cp:lastModifiedBy>
  <cp:revision>6</cp:revision>
  <dcterms:created xsi:type="dcterms:W3CDTF">2026-01-09T19:15:00Z</dcterms:created>
  <dcterms:modified xsi:type="dcterms:W3CDTF">2026-04-03T17:28:46Z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5F751585B3104B9A885D92F81AED3E57_12</vt:lpwstr>
  </property>
  <property fmtid="{D5CDD505-2E9C-101B-9397-08002B2CF9AE}" pid="3" name="KSOProductBuildVer">
    <vt:lpwstr>2052-12.1.0.25225</vt:lpwstr>
  </property>
</Properties>
</file>